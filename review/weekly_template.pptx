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63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543" r:id="rId4"/>
  </p:sldIdLst>
  <p:sldSz cx="9144000" cy="6858000" type="screen4x3"/>
  <p:notesSz cx="6797675" cy="9926638"/>
  <p:photoAlbum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67"/>
    <a:srgbClr val="038B51"/>
    <a:srgbClr val="039355"/>
    <a:srgbClr val="01957C"/>
    <a:srgbClr val="019179"/>
    <a:srgbClr val="018D76"/>
    <a:srgbClr val="008E5B"/>
    <a:srgbClr val="008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923" autoAdjust="0"/>
  </p:normalViewPr>
  <p:slideViewPr>
    <p:cSldViewPr showGuides="1">
      <p:cViewPr varScale="1">
        <p:scale>
          <a:sx n="128" d="100"/>
          <a:sy n="128" d="100"/>
        </p:scale>
        <p:origin x="1158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972" y="-78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6BB24-52BB-407E-AD40-DC82FC3B7F27}" type="datetimeFigureOut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CFEDC-3B78-43B2-86DD-20E71CB3B8C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94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4F21E2-1A76-42E7-B04F-407EE1943C0C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E6228-D46E-482D-9431-F46CBAB304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550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FE6228-D46E-482D-9431-F46CBAB304F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531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>
          <a:xfrm>
            <a:off x="605845" y="556300"/>
            <a:ext cx="792088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8306" y="950863"/>
            <a:ext cx="8360364" cy="1686049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ko-KR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pPr lvl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95536" y="2756520"/>
            <a:ext cx="8352928" cy="2885678"/>
          </a:xfrm>
        </p:spPr>
        <p:txBody>
          <a:bodyPr vert="horz" lIns="91440" tIns="45720" rIns="91440" bIns="45720" rtlCol="0">
            <a:normAutofit/>
          </a:bodyPr>
          <a:lstStyle>
            <a:lvl1pPr algn="l">
              <a:defRPr lang="ko-KR" altLang="en-US" sz="19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pPr marL="0" lvl="0" indent="0">
              <a:buNone/>
            </a:pPr>
            <a:r>
              <a:rPr lang="ko-KR" altLang="en-US" dirty="0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26DE3E1-46F2-412A-928C-81CCA70657B0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17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571723"/>
            <a:ext cx="7560840" cy="4361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4968552"/>
          </a:xfrm>
        </p:spPr>
        <p:txBody>
          <a:bodyPr/>
          <a:lstStyle>
            <a:lvl1pPr marL="180975" indent="-180975">
              <a:defRPr sz="2000"/>
            </a:lvl1pPr>
            <a:lvl2pPr marL="361950" indent="-168275">
              <a:defRPr/>
            </a:lvl2pPr>
            <a:lvl3pPr marL="533400" indent="-163513">
              <a:defRPr/>
            </a:lvl3pPr>
            <a:lvl4pPr marL="715963" indent="-149225">
              <a:defRPr/>
            </a:lvl4pPr>
            <a:lvl5pPr marL="987425" indent="-144463"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6F36-63DA-412C-91A5-6D523658076D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38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05845" y="556300"/>
            <a:ext cx="792088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88306" y="950863"/>
            <a:ext cx="8360364" cy="1686049"/>
          </a:xfrm>
        </p:spPr>
        <p:txBody>
          <a:bodyPr vert="horz" lIns="91440" tIns="45720" rIns="91440" bIns="45720" rtlCol="0" anchor="t">
            <a:normAutofit/>
          </a:bodyPr>
          <a:lstStyle>
            <a:lvl1pPr algn="l">
              <a:defRPr lang="ko-KR" altLang="en-US" sz="32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pPr lvl="0" algn="l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95536" y="2756520"/>
            <a:ext cx="8352928" cy="2885678"/>
          </a:xfrm>
        </p:spPr>
        <p:txBody>
          <a:bodyPr vert="horz" lIns="91440" tIns="45720" rIns="91440" bIns="45720" rtlCol="0">
            <a:normAutofit/>
          </a:bodyPr>
          <a:lstStyle>
            <a:lvl1pPr algn="l">
              <a:defRPr lang="ko-KR" altLang="en-US" sz="19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pPr marL="0" lvl="0" indent="0">
              <a:buNone/>
            </a:pPr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426DE3E1-46F2-412A-928C-81CCA70657B0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605845" y="556300"/>
            <a:ext cx="792088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19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571723"/>
            <a:ext cx="7560840" cy="4361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4968552"/>
          </a:xfrm>
        </p:spPr>
        <p:txBody>
          <a:bodyPr/>
          <a:lstStyle>
            <a:lvl1pPr marL="180975" indent="-180975">
              <a:defRPr sz="2000"/>
            </a:lvl1pPr>
            <a:lvl2pPr marL="361950" indent="-168275">
              <a:defRPr/>
            </a:lvl2pPr>
            <a:lvl3pPr marL="533400" indent="-163513">
              <a:defRPr/>
            </a:lvl3pPr>
            <a:lvl4pPr marL="715963" indent="-149225">
              <a:defRPr/>
            </a:lvl4pPr>
            <a:lvl5pPr marL="987425" indent="-144463"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6F36-63DA-412C-91A5-6D523658076D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9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770781"/>
            <a:ext cx="8352928" cy="641995"/>
          </a:xfrm>
        </p:spPr>
        <p:txBody>
          <a:bodyPr anchor="t">
            <a:normAutofit/>
          </a:bodyPr>
          <a:lstStyle>
            <a:lvl1pPr algn="l">
              <a:defRPr sz="2800" b="1" cap="all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5536" y="1556792"/>
            <a:ext cx="8352928" cy="3960440"/>
          </a:xfrm>
        </p:spPr>
        <p:txBody>
          <a:bodyPr anchor="t"/>
          <a:lstStyle>
            <a:lvl1pPr marL="361950" indent="-361950">
              <a:buFont typeface="+mj-lt"/>
              <a:buAutoNum type="arabicPeriod"/>
              <a:defRPr sz="20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D129A664-79C0-45A1-B064-7AAF452E822E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796136" y="6356350"/>
            <a:ext cx="2895600" cy="365125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495370" y="6381328"/>
            <a:ext cx="21336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직선 연결선 8"/>
          <p:cNvCxnSpPr/>
          <p:nvPr/>
        </p:nvCxnSpPr>
        <p:spPr>
          <a:xfrm>
            <a:off x="251520" y="556300"/>
            <a:ext cx="8640960" cy="0"/>
          </a:xfrm>
          <a:prstGeom prst="line">
            <a:avLst/>
          </a:prstGeom>
          <a:ln w="184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51520" y="5733256"/>
            <a:ext cx="8640960" cy="0"/>
          </a:xfrm>
          <a:prstGeom prst="line">
            <a:avLst/>
          </a:prstGeom>
          <a:ln w="3556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그룹 57"/>
          <p:cNvGrpSpPr/>
          <p:nvPr/>
        </p:nvGrpSpPr>
        <p:grpSpPr>
          <a:xfrm>
            <a:off x="7445375" y="5876925"/>
            <a:ext cx="1447800" cy="657225"/>
            <a:chOff x="7421562" y="7677472"/>
            <a:chExt cx="1447800" cy="657225"/>
          </a:xfrm>
        </p:grpSpPr>
        <p:sp>
          <p:nvSpPr>
            <p:cNvPr id="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7421562" y="7677472"/>
              <a:ext cx="1447800" cy="657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0" name="Freeform 5"/>
            <p:cNvSpPr>
              <a:spLocks/>
            </p:cNvSpPr>
            <p:nvPr/>
          </p:nvSpPr>
          <p:spPr bwMode="auto">
            <a:xfrm>
              <a:off x="8050212" y="8256910"/>
              <a:ext cx="85725" cy="76200"/>
            </a:xfrm>
            <a:custGeom>
              <a:avLst/>
              <a:gdLst>
                <a:gd name="T0" fmla="*/ 1163 w 1559"/>
                <a:gd name="T1" fmla="*/ 535 h 1391"/>
                <a:gd name="T2" fmla="*/ 792 w 1559"/>
                <a:gd name="T3" fmla="*/ 255 h 1391"/>
                <a:gd name="T4" fmla="*/ 380 w 1559"/>
                <a:gd name="T5" fmla="*/ 700 h 1391"/>
                <a:gd name="T6" fmla="*/ 792 w 1559"/>
                <a:gd name="T7" fmla="*/ 1144 h 1391"/>
                <a:gd name="T8" fmla="*/ 1163 w 1559"/>
                <a:gd name="T9" fmla="*/ 848 h 1391"/>
                <a:gd name="T10" fmla="*/ 1559 w 1559"/>
                <a:gd name="T11" fmla="*/ 848 h 1391"/>
                <a:gd name="T12" fmla="*/ 776 w 1559"/>
                <a:gd name="T13" fmla="*/ 1391 h 1391"/>
                <a:gd name="T14" fmla="*/ 0 w 1559"/>
                <a:gd name="T15" fmla="*/ 700 h 1391"/>
                <a:gd name="T16" fmla="*/ 776 w 1559"/>
                <a:gd name="T17" fmla="*/ 0 h 1391"/>
                <a:gd name="T18" fmla="*/ 1551 w 1559"/>
                <a:gd name="T19" fmla="*/ 535 h 1391"/>
                <a:gd name="T20" fmla="*/ 1163 w 1559"/>
                <a:gd name="T21" fmla="*/ 535 h 1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59" h="1391">
                  <a:moveTo>
                    <a:pt x="1163" y="535"/>
                  </a:moveTo>
                  <a:cubicBezTo>
                    <a:pt x="1130" y="346"/>
                    <a:pt x="973" y="255"/>
                    <a:pt x="792" y="255"/>
                  </a:cubicBezTo>
                  <a:cubicBezTo>
                    <a:pt x="454" y="255"/>
                    <a:pt x="380" y="519"/>
                    <a:pt x="380" y="700"/>
                  </a:cubicBezTo>
                  <a:cubicBezTo>
                    <a:pt x="380" y="873"/>
                    <a:pt x="454" y="1144"/>
                    <a:pt x="792" y="1144"/>
                  </a:cubicBezTo>
                  <a:cubicBezTo>
                    <a:pt x="965" y="1144"/>
                    <a:pt x="1130" y="1062"/>
                    <a:pt x="1163" y="848"/>
                  </a:cubicBezTo>
                  <a:lnTo>
                    <a:pt x="1559" y="848"/>
                  </a:lnTo>
                  <a:cubicBezTo>
                    <a:pt x="1509" y="1235"/>
                    <a:pt x="1196" y="1391"/>
                    <a:pt x="776" y="1391"/>
                  </a:cubicBezTo>
                  <a:cubicBezTo>
                    <a:pt x="297" y="1391"/>
                    <a:pt x="0" y="1186"/>
                    <a:pt x="0" y="700"/>
                  </a:cubicBezTo>
                  <a:cubicBezTo>
                    <a:pt x="0" y="206"/>
                    <a:pt x="297" y="0"/>
                    <a:pt x="776" y="0"/>
                  </a:cubicBezTo>
                  <a:cubicBezTo>
                    <a:pt x="1097" y="0"/>
                    <a:pt x="1501" y="82"/>
                    <a:pt x="1551" y="535"/>
                  </a:cubicBezTo>
                  <a:lnTo>
                    <a:pt x="1163" y="535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1" name="Freeform 6"/>
            <p:cNvSpPr>
              <a:spLocks/>
            </p:cNvSpPr>
            <p:nvPr/>
          </p:nvSpPr>
          <p:spPr bwMode="auto">
            <a:xfrm>
              <a:off x="8172450" y="8260085"/>
              <a:ext cx="66675" cy="71438"/>
            </a:xfrm>
            <a:custGeom>
              <a:avLst/>
              <a:gdLst>
                <a:gd name="T0" fmla="*/ 0 w 42"/>
                <a:gd name="T1" fmla="*/ 0 h 45"/>
                <a:gd name="T2" fmla="*/ 42 w 42"/>
                <a:gd name="T3" fmla="*/ 0 h 45"/>
                <a:gd name="T4" fmla="*/ 42 w 42"/>
                <a:gd name="T5" fmla="*/ 8 h 45"/>
                <a:gd name="T6" fmla="*/ 12 w 42"/>
                <a:gd name="T7" fmla="*/ 8 h 45"/>
                <a:gd name="T8" fmla="*/ 12 w 42"/>
                <a:gd name="T9" fmla="*/ 17 h 45"/>
                <a:gd name="T10" fmla="*/ 40 w 42"/>
                <a:gd name="T11" fmla="*/ 17 h 45"/>
                <a:gd name="T12" fmla="*/ 40 w 42"/>
                <a:gd name="T13" fmla="*/ 26 h 45"/>
                <a:gd name="T14" fmla="*/ 12 w 42"/>
                <a:gd name="T15" fmla="*/ 26 h 45"/>
                <a:gd name="T16" fmla="*/ 12 w 42"/>
                <a:gd name="T17" fmla="*/ 36 h 45"/>
                <a:gd name="T18" fmla="*/ 42 w 42"/>
                <a:gd name="T19" fmla="*/ 36 h 45"/>
                <a:gd name="T20" fmla="*/ 42 w 42"/>
                <a:gd name="T21" fmla="*/ 45 h 45"/>
                <a:gd name="T22" fmla="*/ 0 w 42"/>
                <a:gd name="T23" fmla="*/ 45 h 45"/>
                <a:gd name="T24" fmla="*/ 0 w 42"/>
                <a:gd name="T2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45">
                  <a:moveTo>
                    <a:pt x="0" y="0"/>
                  </a:moveTo>
                  <a:lnTo>
                    <a:pt x="42" y="0"/>
                  </a:lnTo>
                  <a:lnTo>
                    <a:pt x="42" y="8"/>
                  </a:lnTo>
                  <a:lnTo>
                    <a:pt x="12" y="8"/>
                  </a:lnTo>
                  <a:lnTo>
                    <a:pt x="12" y="17"/>
                  </a:lnTo>
                  <a:lnTo>
                    <a:pt x="40" y="17"/>
                  </a:lnTo>
                  <a:lnTo>
                    <a:pt x="40" y="26"/>
                  </a:lnTo>
                  <a:lnTo>
                    <a:pt x="12" y="26"/>
                  </a:lnTo>
                  <a:lnTo>
                    <a:pt x="12" y="36"/>
                  </a:lnTo>
                  <a:lnTo>
                    <a:pt x="42" y="36"/>
                  </a:lnTo>
                  <a:lnTo>
                    <a:pt x="42" y="45"/>
                  </a:lnTo>
                  <a:lnTo>
                    <a:pt x="0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2" name="Freeform 7"/>
            <p:cNvSpPr>
              <a:spLocks/>
            </p:cNvSpPr>
            <p:nvPr/>
          </p:nvSpPr>
          <p:spPr bwMode="auto">
            <a:xfrm>
              <a:off x="8275637" y="8260085"/>
              <a:ext cx="100013" cy="71438"/>
            </a:xfrm>
            <a:custGeom>
              <a:avLst/>
              <a:gdLst>
                <a:gd name="T0" fmla="*/ 46 w 63"/>
                <a:gd name="T1" fmla="*/ 0 h 45"/>
                <a:gd name="T2" fmla="*/ 63 w 63"/>
                <a:gd name="T3" fmla="*/ 0 h 45"/>
                <a:gd name="T4" fmla="*/ 63 w 63"/>
                <a:gd name="T5" fmla="*/ 45 h 45"/>
                <a:gd name="T6" fmla="*/ 51 w 63"/>
                <a:gd name="T7" fmla="*/ 45 h 45"/>
                <a:gd name="T8" fmla="*/ 51 w 63"/>
                <a:gd name="T9" fmla="*/ 8 h 45"/>
                <a:gd name="T10" fmla="*/ 51 w 63"/>
                <a:gd name="T11" fmla="*/ 8 h 45"/>
                <a:gd name="T12" fmla="*/ 37 w 63"/>
                <a:gd name="T13" fmla="*/ 45 h 45"/>
                <a:gd name="T14" fmla="*/ 27 w 63"/>
                <a:gd name="T15" fmla="*/ 45 h 45"/>
                <a:gd name="T16" fmla="*/ 12 w 63"/>
                <a:gd name="T17" fmla="*/ 8 h 45"/>
                <a:gd name="T18" fmla="*/ 12 w 63"/>
                <a:gd name="T19" fmla="*/ 8 h 45"/>
                <a:gd name="T20" fmla="*/ 12 w 63"/>
                <a:gd name="T21" fmla="*/ 45 h 45"/>
                <a:gd name="T22" fmla="*/ 0 w 63"/>
                <a:gd name="T23" fmla="*/ 45 h 45"/>
                <a:gd name="T24" fmla="*/ 0 w 63"/>
                <a:gd name="T25" fmla="*/ 0 h 45"/>
                <a:gd name="T26" fmla="*/ 19 w 63"/>
                <a:gd name="T27" fmla="*/ 0 h 45"/>
                <a:gd name="T28" fmla="*/ 32 w 63"/>
                <a:gd name="T29" fmla="*/ 32 h 45"/>
                <a:gd name="T30" fmla="*/ 46 w 63"/>
                <a:gd name="T31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" h="45">
                  <a:moveTo>
                    <a:pt x="46" y="0"/>
                  </a:moveTo>
                  <a:lnTo>
                    <a:pt x="63" y="0"/>
                  </a:lnTo>
                  <a:lnTo>
                    <a:pt x="63" y="45"/>
                  </a:lnTo>
                  <a:lnTo>
                    <a:pt x="51" y="45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7" y="45"/>
                  </a:lnTo>
                  <a:lnTo>
                    <a:pt x="27" y="45"/>
                  </a:lnTo>
                  <a:lnTo>
                    <a:pt x="12" y="8"/>
                  </a:lnTo>
                  <a:lnTo>
                    <a:pt x="12" y="8"/>
                  </a:lnTo>
                  <a:lnTo>
                    <a:pt x="12" y="45"/>
                  </a:lnTo>
                  <a:lnTo>
                    <a:pt x="0" y="45"/>
                  </a:lnTo>
                  <a:lnTo>
                    <a:pt x="0" y="0"/>
                  </a:lnTo>
                  <a:lnTo>
                    <a:pt x="19" y="0"/>
                  </a:lnTo>
                  <a:lnTo>
                    <a:pt x="32" y="3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3" name="Freeform 8"/>
            <p:cNvSpPr>
              <a:spLocks/>
            </p:cNvSpPr>
            <p:nvPr/>
          </p:nvSpPr>
          <p:spPr bwMode="auto">
            <a:xfrm>
              <a:off x="8418512" y="8260085"/>
              <a:ext cx="66675" cy="71438"/>
            </a:xfrm>
            <a:custGeom>
              <a:avLst/>
              <a:gdLst>
                <a:gd name="T0" fmla="*/ 0 w 42"/>
                <a:gd name="T1" fmla="*/ 0 h 45"/>
                <a:gd name="T2" fmla="*/ 41 w 42"/>
                <a:gd name="T3" fmla="*/ 0 h 45"/>
                <a:gd name="T4" fmla="*/ 41 w 42"/>
                <a:gd name="T5" fmla="*/ 8 h 45"/>
                <a:gd name="T6" fmla="*/ 12 w 42"/>
                <a:gd name="T7" fmla="*/ 8 h 45"/>
                <a:gd name="T8" fmla="*/ 12 w 42"/>
                <a:gd name="T9" fmla="*/ 17 h 45"/>
                <a:gd name="T10" fmla="*/ 40 w 42"/>
                <a:gd name="T11" fmla="*/ 17 h 45"/>
                <a:gd name="T12" fmla="*/ 40 w 42"/>
                <a:gd name="T13" fmla="*/ 26 h 45"/>
                <a:gd name="T14" fmla="*/ 12 w 42"/>
                <a:gd name="T15" fmla="*/ 26 h 45"/>
                <a:gd name="T16" fmla="*/ 12 w 42"/>
                <a:gd name="T17" fmla="*/ 36 h 45"/>
                <a:gd name="T18" fmla="*/ 42 w 42"/>
                <a:gd name="T19" fmla="*/ 36 h 45"/>
                <a:gd name="T20" fmla="*/ 42 w 42"/>
                <a:gd name="T21" fmla="*/ 45 h 45"/>
                <a:gd name="T22" fmla="*/ 0 w 42"/>
                <a:gd name="T23" fmla="*/ 45 h 45"/>
                <a:gd name="T24" fmla="*/ 0 w 42"/>
                <a:gd name="T2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2" h="45">
                  <a:moveTo>
                    <a:pt x="0" y="0"/>
                  </a:moveTo>
                  <a:lnTo>
                    <a:pt x="41" y="0"/>
                  </a:lnTo>
                  <a:lnTo>
                    <a:pt x="41" y="8"/>
                  </a:lnTo>
                  <a:lnTo>
                    <a:pt x="12" y="8"/>
                  </a:lnTo>
                  <a:lnTo>
                    <a:pt x="12" y="17"/>
                  </a:lnTo>
                  <a:lnTo>
                    <a:pt x="40" y="17"/>
                  </a:lnTo>
                  <a:lnTo>
                    <a:pt x="40" y="26"/>
                  </a:lnTo>
                  <a:lnTo>
                    <a:pt x="12" y="26"/>
                  </a:lnTo>
                  <a:lnTo>
                    <a:pt x="12" y="36"/>
                  </a:lnTo>
                  <a:lnTo>
                    <a:pt x="42" y="36"/>
                  </a:lnTo>
                  <a:lnTo>
                    <a:pt x="42" y="45"/>
                  </a:lnTo>
                  <a:lnTo>
                    <a:pt x="0" y="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4" name="Freeform 9"/>
            <p:cNvSpPr>
              <a:spLocks/>
            </p:cNvSpPr>
            <p:nvPr/>
          </p:nvSpPr>
          <p:spPr bwMode="auto">
            <a:xfrm>
              <a:off x="8521700" y="8260085"/>
              <a:ext cx="80963" cy="71438"/>
            </a:xfrm>
            <a:custGeom>
              <a:avLst/>
              <a:gdLst>
                <a:gd name="T0" fmla="*/ 39 w 51"/>
                <a:gd name="T1" fmla="*/ 0 h 45"/>
                <a:gd name="T2" fmla="*/ 51 w 51"/>
                <a:gd name="T3" fmla="*/ 0 h 45"/>
                <a:gd name="T4" fmla="*/ 51 w 51"/>
                <a:gd name="T5" fmla="*/ 45 h 45"/>
                <a:gd name="T6" fmla="*/ 38 w 51"/>
                <a:gd name="T7" fmla="*/ 45 h 45"/>
                <a:gd name="T8" fmla="*/ 13 w 51"/>
                <a:gd name="T9" fmla="*/ 13 h 45"/>
                <a:gd name="T10" fmla="*/ 13 w 51"/>
                <a:gd name="T11" fmla="*/ 13 h 45"/>
                <a:gd name="T12" fmla="*/ 13 w 51"/>
                <a:gd name="T13" fmla="*/ 45 h 45"/>
                <a:gd name="T14" fmla="*/ 0 w 51"/>
                <a:gd name="T15" fmla="*/ 45 h 45"/>
                <a:gd name="T16" fmla="*/ 0 w 51"/>
                <a:gd name="T17" fmla="*/ 0 h 45"/>
                <a:gd name="T18" fmla="*/ 14 w 51"/>
                <a:gd name="T19" fmla="*/ 0 h 45"/>
                <a:gd name="T20" fmla="*/ 39 w 51"/>
                <a:gd name="T21" fmla="*/ 31 h 45"/>
                <a:gd name="T22" fmla="*/ 39 w 51"/>
                <a:gd name="T23" fmla="*/ 31 h 45"/>
                <a:gd name="T24" fmla="*/ 39 w 51"/>
                <a:gd name="T25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1" h="45">
                  <a:moveTo>
                    <a:pt x="39" y="0"/>
                  </a:moveTo>
                  <a:lnTo>
                    <a:pt x="51" y="0"/>
                  </a:lnTo>
                  <a:lnTo>
                    <a:pt x="51" y="45"/>
                  </a:lnTo>
                  <a:lnTo>
                    <a:pt x="38" y="4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3" y="45"/>
                  </a:lnTo>
                  <a:lnTo>
                    <a:pt x="0" y="4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39" y="31"/>
                  </a:lnTo>
                  <a:lnTo>
                    <a:pt x="39" y="3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5" name="Freeform 10"/>
            <p:cNvSpPr>
              <a:spLocks/>
            </p:cNvSpPr>
            <p:nvPr/>
          </p:nvSpPr>
          <p:spPr bwMode="auto">
            <a:xfrm>
              <a:off x="8636000" y="8260085"/>
              <a:ext cx="73025" cy="71438"/>
            </a:xfrm>
            <a:custGeom>
              <a:avLst/>
              <a:gdLst>
                <a:gd name="T0" fmla="*/ 17 w 46"/>
                <a:gd name="T1" fmla="*/ 8 h 45"/>
                <a:gd name="T2" fmla="*/ 0 w 46"/>
                <a:gd name="T3" fmla="*/ 8 h 45"/>
                <a:gd name="T4" fmla="*/ 0 w 46"/>
                <a:gd name="T5" fmla="*/ 0 h 45"/>
                <a:gd name="T6" fmla="*/ 46 w 46"/>
                <a:gd name="T7" fmla="*/ 0 h 45"/>
                <a:gd name="T8" fmla="*/ 46 w 46"/>
                <a:gd name="T9" fmla="*/ 8 h 45"/>
                <a:gd name="T10" fmla="*/ 29 w 46"/>
                <a:gd name="T11" fmla="*/ 8 h 45"/>
                <a:gd name="T12" fmla="*/ 29 w 46"/>
                <a:gd name="T13" fmla="*/ 45 h 45"/>
                <a:gd name="T14" fmla="*/ 17 w 46"/>
                <a:gd name="T15" fmla="*/ 45 h 45"/>
                <a:gd name="T16" fmla="*/ 17 w 46"/>
                <a:gd name="T17" fmla="*/ 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" h="45">
                  <a:moveTo>
                    <a:pt x="17" y="8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46" y="0"/>
                  </a:lnTo>
                  <a:lnTo>
                    <a:pt x="46" y="8"/>
                  </a:lnTo>
                  <a:lnTo>
                    <a:pt x="29" y="8"/>
                  </a:lnTo>
                  <a:lnTo>
                    <a:pt x="29" y="45"/>
                  </a:lnTo>
                  <a:lnTo>
                    <a:pt x="17" y="45"/>
                  </a:lnTo>
                  <a:lnTo>
                    <a:pt x="17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6" name="Freeform 11"/>
            <p:cNvSpPr>
              <a:spLocks/>
            </p:cNvSpPr>
            <p:nvPr/>
          </p:nvSpPr>
          <p:spPr bwMode="auto">
            <a:xfrm>
              <a:off x="7423150" y="7969572"/>
              <a:ext cx="268288" cy="217488"/>
            </a:xfrm>
            <a:custGeom>
              <a:avLst/>
              <a:gdLst>
                <a:gd name="T0" fmla="*/ 115 w 169"/>
                <a:gd name="T1" fmla="*/ 83 h 137"/>
                <a:gd name="T2" fmla="*/ 54 w 169"/>
                <a:gd name="T3" fmla="*/ 83 h 137"/>
                <a:gd name="T4" fmla="*/ 54 w 169"/>
                <a:gd name="T5" fmla="*/ 137 h 137"/>
                <a:gd name="T6" fmla="*/ 0 w 169"/>
                <a:gd name="T7" fmla="*/ 137 h 137"/>
                <a:gd name="T8" fmla="*/ 0 w 169"/>
                <a:gd name="T9" fmla="*/ 0 h 137"/>
                <a:gd name="T10" fmla="*/ 54 w 169"/>
                <a:gd name="T11" fmla="*/ 0 h 137"/>
                <a:gd name="T12" fmla="*/ 54 w 169"/>
                <a:gd name="T13" fmla="*/ 49 h 137"/>
                <a:gd name="T14" fmla="*/ 115 w 169"/>
                <a:gd name="T15" fmla="*/ 49 h 137"/>
                <a:gd name="T16" fmla="*/ 115 w 169"/>
                <a:gd name="T17" fmla="*/ 0 h 137"/>
                <a:gd name="T18" fmla="*/ 169 w 169"/>
                <a:gd name="T19" fmla="*/ 0 h 137"/>
                <a:gd name="T20" fmla="*/ 169 w 169"/>
                <a:gd name="T21" fmla="*/ 137 h 137"/>
                <a:gd name="T22" fmla="*/ 115 w 169"/>
                <a:gd name="T23" fmla="*/ 137 h 137"/>
                <a:gd name="T24" fmla="*/ 115 w 169"/>
                <a:gd name="T25" fmla="*/ 83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9" h="137">
                  <a:moveTo>
                    <a:pt x="115" y="83"/>
                  </a:moveTo>
                  <a:lnTo>
                    <a:pt x="54" y="83"/>
                  </a:lnTo>
                  <a:lnTo>
                    <a:pt x="54" y="137"/>
                  </a:lnTo>
                  <a:lnTo>
                    <a:pt x="0" y="137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49"/>
                  </a:lnTo>
                  <a:lnTo>
                    <a:pt x="115" y="49"/>
                  </a:lnTo>
                  <a:lnTo>
                    <a:pt x="115" y="0"/>
                  </a:lnTo>
                  <a:lnTo>
                    <a:pt x="169" y="0"/>
                  </a:lnTo>
                  <a:lnTo>
                    <a:pt x="169" y="137"/>
                  </a:lnTo>
                  <a:lnTo>
                    <a:pt x="115" y="137"/>
                  </a:lnTo>
                  <a:lnTo>
                    <a:pt x="115" y="8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7" name="Freeform 12"/>
            <p:cNvSpPr>
              <a:spLocks/>
            </p:cNvSpPr>
            <p:nvPr/>
          </p:nvSpPr>
          <p:spPr bwMode="auto">
            <a:xfrm>
              <a:off x="8018462" y="7969572"/>
              <a:ext cx="206375" cy="217488"/>
            </a:xfrm>
            <a:custGeom>
              <a:avLst/>
              <a:gdLst>
                <a:gd name="T0" fmla="*/ 0 w 130"/>
                <a:gd name="T1" fmla="*/ 0 h 137"/>
                <a:gd name="T2" fmla="*/ 54 w 130"/>
                <a:gd name="T3" fmla="*/ 0 h 137"/>
                <a:gd name="T4" fmla="*/ 54 w 130"/>
                <a:gd name="T5" fmla="*/ 101 h 137"/>
                <a:gd name="T6" fmla="*/ 130 w 130"/>
                <a:gd name="T7" fmla="*/ 101 h 137"/>
                <a:gd name="T8" fmla="*/ 130 w 130"/>
                <a:gd name="T9" fmla="*/ 137 h 137"/>
                <a:gd name="T10" fmla="*/ 0 w 130"/>
                <a:gd name="T11" fmla="*/ 137 h 137"/>
                <a:gd name="T12" fmla="*/ 0 w 130"/>
                <a:gd name="T1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" h="137">
                  <a:moveTo>
                    <a:pt x="0" y="0"/>
                  </a:moveTo>
                  <a:lnTo>
                    <a:pt x="54" y="0"/>
                  </a:lnTo>
                  <a:lnTo>
                    <a:pt x="54" y="101"/>
                  </a:lnTo>
                  <a:lnTo>
                    <a:pt x="130" y="101"/>
                  </a:lnTo>
                  <a:lnTo>
                    <a:pt x="130" y="137"/>
                  </a:lnTo>
                  <a:lnTo>
                    <a:pt x="0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8" name="Freeform 13"/>
            <p:cNvSpPr>
              <a:spLocks/>
            </p:cNvSpPr>
            <p:nvPr/>
          </p:nvSpPr>
          <p:spPr bwMode="auto">
            <a:xfrm>
              <a:off x="8239125" y="7969572"/>
              <a:ext cx="204788" cy="217488"/>
            </a:xfrm>
            <a:custGeom>
              <a:avLst/>
              <a:gdLst>
                <a:gd name="T0" fmla="*/ 0 w 129"/>
                <a:gd name="T1" fmla="*/ 0 h 137"/>
                <a:gd name="T2" fmla="*/ 54 w 129"/>
                <a:gd name="T3" fmla="*/ 0 h 137"/>
                <a:gd name="T4" fmla="*/ 54 w 129"/>
                <a:gd name="T5" fmla="*/ 101 h 137"/>
                <a:gd name="T6" fmla="*/ 129 w 129"/>
                <a:gd name="T7" fmla="*/ 101 h 137"/>
                <a:gd name="T8" fmla="*/ 129 w 129"/>
                <a:gd name="T9" fmla="*/ 137 h 137"/>
                <a:gd name="T10" fmla="*/ 0 w 129"/>
                <a:gd name="T11" fmla="*/ 137 h 137"/>
                <a:gd name="T12" fmla="*/ 0 w 129"/>
                <a:gd name="T13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9" h="137">
                  <a:moveTo>
                    <a:pt x="0" y="0"/>
                  </a:moveTo>
                  <a:lnTo>
                    <a:pt x="54" y="0"/>
                  </a:lnTo>
                  <a:lnTo>
                    <a:pt x="54" y="101"/>
                  </a:lnTo>
                  <a:lnTo>
                    <a:pt x="129" y="101"/>
                  </a:lnTo>
                  <a:lnTo>
                    <a:pt x="129" y="137"/>
                  </a:lnTo>
                  <a:lnTo>
                    <a:pt x="0" y="1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69" name="Freeform 14"/>
            <p:cNvSpPr>
              <a:spLocks/>
            </p:cNvSpPr>
            <p:nvPr/>
          </p:nvSpPr>
          <p:spPr bwMode="auto">
            <a:xfrm>
              <a:off x="7710487" y="7969572"/>
              <a:ext cx="288925" cy="217488"/>
            </a:xfrm>
            <a:custGeom>
              <a:avLst/>
              <a:gdLst>
                <a:gd name="T0" fmla="*/ 91 w 182"/>
                <a:gd name="T1" fmla="*/ 42 h 137"/>
                <a:gd name="T2" fmla="*/ 91 w 182"/>
                <a:gd name="T3" fmla="*/ 42 h 137"/>
                <a:gd name="T4" fmla="*/ 57 w 182"/>
                <a:gd name="T5" fmla="*/ 137 h 137"/>
                <a:gd name="T6" fmla="*/ 0 w 182"/>
                <a:gd name="T7" fmla="*/ 137 h 137"/>
                <a:gd name="T8" fmla="*/ 57 w 182"/>
                <a:gd name="T9" fmla="*/ 0 h 137"/>
                <a:gd name="T10" fmla="*/ 124 w 182"/>
                <a:gd name="T11" fmla="*/ 0 h 137"/>
                <a:gd name="T12" fmla="*/ 182 w 182"/>
                <a:gd name="T13" fmla="*/ 137 h 137"/>
                <a:gd name="T14" fmla="*/ 125 w 182"/>
                <a:gd name="T15" fmla="*/ 137 h 137"/>
                <a:gd name="T16" fmla="*/ 91 w 182"/>
                <a:gd name="T17" fmla="*/ 4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137">
                  <a:moveTo>
                    <a:pt x="91" y="42"/>
                  </a:moveTo>
                  <a:lnTo>
                    <a:pt x="91" y="42"/>
                  </a:lnTo>
                  <a:lnTo>
                    <a:pt x="57" y="137"/>
                  </a:lnTo>
                  <a:lnTo>
                    <a:pt x="0" y="137"/>
                  </a:lnTo>
                  <a:lnTo>
                    <a:pt x="57" y="0"/>
                  </a:lnTo>
                  <a:lnTo>
                    <a:pt x="124" y="0"/>
                  </a:lnTo>
                  <a:lnTo>
                    <a:pt x="182" y="137"/>
                  </a:lnTo>
                  <a:lnTo>
                    <a:pt x="125" y="137"/>
                  </a:lnTo>
                  <a:lnTo>
                    <a:pt x="91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0" name="Freeform 15"/>
            <p:cNvSpPr>
              <a:spLocks/>
            </p:cNvSpPr>
            <p:nvPr/>
          </p:nvSpPr>
          <p:spPr bwMode="auto">
            <a:xfrm>
              <a:off x="8418512" y="7969572"/>
              <a:ext cx="290513" cy="217488"/>
            </a:xfrm>
            <a:custGeom>
              <a:avLst/>
              <a:gdLst>
                <a:gd name="T0" fmla="*/ 92 w 183"/>
                <a:gd name="T1" fmla="*/ 42 h 137"/>
                <a:gd name="T2" fmla="*/ 92 w 183"/>
                <a:gd name="T3" fmla="*/ 42 h 137"/>
                <a:gd name="T4" fmla="*/ 58 w 183"/>
                <a:gd name="T5" fmla="*/ 137 h 137"/>
                <a:gd name="T6" fmla="*/ 0 w 183"/>
                <a:gd name="T7" fmla="*/ 137 h 137"/>
                <a:gd name="T8" fmla="*/ 58 w 183"/>
                <a:gd name="T9" fmla="*/ 0 h 137"/>
                <a:gd name="T10" fmla="*/ 125 w 183"/>
                <a:gd name="T11" fmla="*/ 0 h 137"/>
                <a:gd name="T12" fmla="*/ 183 w 183"/>
                <a:gd name="T13" fmla="*/ 137 h 137"/>
                <a:gd name="T14" fmla="*/ 126 w 183"/>
                <a:gd name="T15" fmla="*/ 137 h 137"/>
                <a:gd name="T16" fmla="*/ 92 w 183"/>
                <a:gd name="T17" fmla="*/ 42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137">
                  <a:moveTo>
                    <a:pt x="92" y="42"/>
                  </a:moveTo>
                  <a:lnTo>
                    <a:pt x="92" y="42"/>
                  </a:lnTo>
                  <a:lnTo>
                    <a:pt x="58" y="137"/>
                  </a:lnTo>
                  <a:lnTo>
                    <a:pt x="0" y="137"/>
                  </a:lnTo>
                  <a:lnTo>
                    <a:pt x="58" y="0"/>
                  </a:lnTo>
                  <a:lnTo>
                    <a:pt x="125" y="0"/>
                  </a:lnTo>
                  <a:lnTo>
                    <a:pt x="183" y="137"/>
                  </a:lnTo>
                  <a:lnTo>
                    <a:pt x="126" y="137"/>
                  </a:lnTo>
                  <a:lnTo>
                    <a:pt x="92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1" name="Freeform 16"/>
            <p:cNvSpPr>
              <a:spLocks noEditPoints="1"/>
            </p:cNvSpPr>
            <p:nvPr/>
          </p:nvSpPr>
          <p:spPr bwMode="auto">
            <a:xfrm>
              <a:off x="8734425" y="7787010"/>
              <a:ext cx="98425" cy="96838"/>
            </a:xfrm>
            <a:custGeom>
              <a:avLst/>
              <a:gdLst>
                <a:gd name="T0" fmla="*/ 591 w 896"/>
                <a:gd name="T1" fmla="*/ 863 h 883"/>
                <a:gd name="T2" fmla="*/ 736 w 896"/>
                <a:gd name="T3" fmla="*/ 863 h 883"/>
                <a:gd name="T4" fmla="*/ 853 w 896"/>
                <a:gd name="T5" fmla="*/ 863 h 883"/>
                <a:gd name="T6" fmla="*/ 896 w 896"/>
                <a:gd name="T7" fmla="*/ 863 h 883"/>
                <a:gd name="T8" fmla="*/ 849 w 896"/>
                <a:gd name="T9" fmla="*/ 788 h 883"/>
                <a:gd name="T10" fmla="*/ 842 w 896"/>
                <a:gd name="T11" fmla="*/ 745 h 883"/>
                <a:gd name="T12" fmla="*/ 834 w 896"/>
                <a:gd name="T13" fmla="*/ 595 h 883"/>
                <a:gd name="T14" fmla="*/ 822 w 896"/>
                <a:gd name="T15" fmla="*/ 228 h 883"/>
                <a:gd name="T16" fmla="*/ 685 w 896"/>
                <a:gd name="T17" fmla="*/ 59 h 883"/>
                <a:gd name="T18" fmla="*/ 619 w 896"/>
                <a:gd name="T19" fmla="*/ 27 h 883"/>
                <a:gd name="T20" fmla="*/ 482 w 896"/>
                <a:gd name="T21" fmla="*/ 4 h 883"/>
                <a:gd name="T22" fmla="*/ 443 w 896"/>
                <a:gd name="T23" fmla="*/ 0 h 883"/>
                <a:gd name="T24" fmla="*/ 325 w 896"/>
                <a:gd name="T25" fmla="*/ 8 h 883"/>
                <a:gd name="T26" fmla="*/ 118 w 896"/>
                <a:gd name="T27" fmla="*/ 59 h 883"/>
                <a:gd name="T28" fmla="*/ 106 w 896"/>
                <a:gd name="T29" fmla="*/ 63 h 883"/>
                <a:gd name="T30" fmla="*/ 110 w 896"/>
                <a:gd name="T31" fmla="*/ 260 h 883"/>
                <a:gd name="T32" fmla="*/ 380 w 896"/>
                <a:gd name="T33" fmla="*/ 193 h 883"/>
                <a:gd name="T34" fmla="*/ 568 w 896"/>
                <a:gd name="T35" fmla="*/ 343 h 883"/>
                <a:gd name="T36" fmla="*/ 435 w 896"/>
                <a:gd name="T37" fmla="*/ 331 h 883"/>
                <a:gd name="T38" fmla="*/ 0 w 896"/>
                <a:gd name="T39" fmla="*/ 619 h 883"/>
                <a:gd name="T40" fmla="*/ 98 w 896"/>
                <a:gd name="T41" fmla="*/ 820 h 883"/>
                <a:gd name="T42" fmla="*/ 317 w 896"/>
                <a:gd name="T43" fmla="*/ 883 h 883"/>
                <a:gd name="T44" fmla="*/ 579 w 896"/>
                <a:gd name="T45" fmla="*/ 729 h 883"/>
                <a:gd name="T46" fmla="*/ 583 w 896"/>
                <a:gd name="T47" fmla="*/ 729 h 883"/>
                <a:gd name="T48" fmla="*/ 591 w 896"/>
                <a:gd name="T49" fmla="*/ 863 h 883"/>
                <a:gd name="T50" fmla="*/ 521 w 896"/>
                <a:gd name="T51" fmla="*/ 627 h 883"/>
                <a:gd name="T52" fmla="*/ 392 w 896"/>
                <a:gd name="T53" fmla="*/ 690 h 883"/>
                <a:gd name="T54" fmla="*/ 306 w 896"/>
                <a:gd name="T55" fmla="*/ 662 h 883"/>
                <a:gd name="T56" fmla="*/ 274 w 896"/>
                <a:gd name="T57" fmla="*/ 595 h 883"/>
                <a:gd name="T58" fmla="*/ 446 w 896"/>
                <a:gd name="T59" fmla="*/ 485 h 883"/>
                <a:gd name="T60" fmla="*/ 568 w 896"/>
                <a:gd name="T61" fmla="*/ 493 h 883"/>
                <a:gd name="T62" fmla="*/ 521 w 896"/>
                <a:gd name="T63" fmla="*/ 627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96" h="883">
                  <a:moveTo>
                    <a:pt x="591" y="863"/>
                  </a:moveTo>
                  <a:lnTo>
                    <a:pt x="736" y="863"/>
                  </a:lnTo>
                  <a:lnTo>
                    <a:pt x="853" y="863"/>
                  </a:lnTo>
                  <a:lnTo>
                    <a:pt x="896" y="863"/>
                  </a:lnTo>
                  <a:cubicBezTo>
                    <a:pt x="869" y="851"/>
                    <a:pt x="857" y="820"/>
                    <a:pt x="849" y="788"/>
                  </a:cubicBezTo>
                  <a:cubicBezTo>
                    <a:pt x="845" y="773"/>
                    <a:pt x="845" y="757"/>
                    <a:pt x="842" y="745"/>
                  </a:cubicBezTo>
                  <a:cubicBezTo>
                    <a:pt x="834" y="698"/>
                    <a:pt x="834" y="646"/>
                    <a:pt x="834" y="595"/>
                  </a:cubicBezTo>
                  <a:cubicBezTo>
                    <a:pt x="834" y="481"/>
                    <a:pt x="857" y="347"/>
                    <a:pt x="822" y="228"/>
                  </a:cubicBezTo>
                  <a:cubicBezTo>
                    <a:pt x="802" y="161"/>
                    <a:pt x="748" y="94"/>
                    <a:pt x="685" y="59"/>
                  </a:cubicBezTo>
                  <a:cubicBezTo>
                    <a:pt x="665" y="47"/>
                    <a:pt x="642" y="35"/>
                    <a:pt x="619" y="27"/>
                  </a:cubicBezTo>
                  <a:cubicBezTo>
                    <a:pt x="576" y="15"/>
                    <a:pt x="529" y="4"/>
                    <a:pt x="482" y="4"/>
                  </a:cubicBezTo>
                  <a:cubicBezTo>
                    <a:pt x="466" y="0"/>
                    <a:pt x="454" y="0"/>
                    <a:pt x="443" y="0"/>
                  </a:cubicBezTo>
                  <a:cubicBezTo>
                    <a:pt x="399" y="0"/>
                    <a:pt x="360" y="4"/>
                    <a:pt x="325" y="8"/>
                  </a:cubicBezTo>
                  <a:cubicBezTo>
                    <a:pt x="223" y="19"/>
                    <a:pt x="141" y="47"/>
                    <a:pt x="118" y="59"/>
                  </a:cubicBezTo>
                  <a:cubicBezTo>
                    <a:pt x="114" y="59"/>
                    <a:pt x="110" y="59"/>
                    <a:pt x="106" y="63"/>
                  </a:cubicBezTo>
                  <a:lnTo>
                    <a:pt x="110" y="260"/>
                  </a:lnTo>
                  <a:cubicBezTo>
                    <a:pt x="188" y="217"/>
                    <a:pt x="274" y="193"/>
                    <a:pt x="380" y="193"/>
                  </a:cubicBezTo>
                  <a:cubicBezTo>
                    <a:pt x="505" y="193"/>
                    <a:pt x="568" y="244"/>
                    <a:pt x="568" y="343"/>
                  </a:cubicBezTo>
                  <a:cubicBezTo>
                    <a:pt x="529" y="335"/>
                    <a:pt x="482" y="331"/>
                    <a:pt x="435" y="331"/>
                  </a:cubicBezTo>
                  <a:cubicBezTo>
                    <a:pt x="145" y="331"/>
                    <a:pt x="0" y="426"/>
                    <a:pt x="0" y="619"/>
                  </a:cubicBezTo>
                  <a:cubicBezTo>
                    <a:pt x="0" y="706"/>
                    <a:pt x="36" y="773"/>
                    <a:pt x="98" y="820"/>
                  </a:cubicBezTo>
                  <a:cubicBezTo>
                    <a:pt x="153" y="863"/>
                    <a:pt x="227" y="883"/>
                    <a:pt x="317" y="883"/>
                  </a:cubicBezTo>
                  <a:cubicBezTo>
                    <a:pt x="431" y="883"/>
                    <a:pt x="517" y="832"/>
                    <a:pt x="579" y="729"/>
                  </a:cubicBezTo>
                  <a:lnTo>
                    <a:pt x="583" y="729"/>
                  </a:lnTo>
                  <a:cubicBezTo>
                    <a:pt x="583" y="729"/>
                    <a:pt x="583" y="816"/>
                    <a:pt x="591" y="863"/>
                  </a:cubicBezTo>
                  <a:close/>
                  <a:moveTo>
                    <a:pt x="521" y="627"/>
                  </a:moveTo>
                  <a:cubicBezTo>
                    <a:pt x="486" y="666"/>
                    <a:pt x="443" y="690"/>
                    <a:pt x="392" y="690"/>
                  </a:cubicBezTo>
                  <a:cubicBezTo>
                    <a:pt x="356" y="690"/>
                    <a:pt x="329" y="682"/>
                    <a:pt x="306" y="662"/>
                  </a:cubicBezTo>
                  <a:cubicBezTo>
                    <a:pt x="282" y="646"/>
                    <a:pt x="274" y="627"/>
                    <a:pt x="274" y="595"/>
                  </a:cubicBezTo>
                  <a:cubicBezTo>
                    <a:pt x="274" y="524"/>
                    <a:pt x="329" y="485"/>
                    <a:pt x="446" y="485"/>
                  </a:cubicBezTo>
                  <a:cubicBezTo>
                    <a:pt x="454" y="485"/>
                    <a:pt x="497" y="489"/>
                    <a:pt x="568" y="493"/>
                  </a:cubicBezTo>
                  <a:cubicBezTo>
                    <a:pt x="568" y="544"/>
                    <a:pt x="552" y="587"/>
                    <a:pt x="521" y="627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2" name="Rectangle 17"/>
            <p:cNvSpPr>
              <a:spLocks noChangeArrowheads="1"/>
            </p:cNvSpPr>
            <p:nvPr/>
          </p:nvSpPr>
          <p:spPr bwMode="auto">
            <a:xfrm>
              <a:off x="8696325" y="7790185"/>
              <a:ext cx="33338" cy="904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3" name="Oval 18"/>
            <p:cNvSpPr>
              <a:spLocks noChangeArrowheads="1"/>
            </p:cNvSpPr>
            <p:nvPr/>
          </p:nvSpPr>
          <p:spPr bwMode="auto">
            <a:xfrm>
              <a:off x="8696325" y="7750497"/>
              <a:ext cx="33338" cy="31750"/>
            </a:xfrm>
            <a:prstGeom prst="ellipse">
              <a:avLst/>
            </a:pr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74" name="Freeform 19"/>
            <p:cNvSpPr>
              <a:spLocks noEditPoints="1"/>
            </p:cNvSpPr>
            <p:nvPr/>
          </p:nvSpPr>
          <p:spPr bwMode="auto">
            <a:xfrm>
              <a:off x="8512175" y="7679060"/>
              <a:ext cx="355600" cy="290513"/>
            </a:xfrm>
            <a:custGeom>
              <a:avLst/>
              <a:gdLst>
                <a:gd name="T0" fmla="*/ 3250 w 3250"/>
                <a:gd name="T1" fmla="*/ 1275 h 2663"/>
                <a:gd name="T2" fmla="*/ 3246 w 3250"/>
                <a:gd name="T3" fmla="*/ 1216 h 2663"/>
                <a:gd name="T4" fmla="*/ 1925 w 3250"/>
                <a:gd name="T5" fmla="*/ 0 h 2663"/>
                <a:gd name="T6" fmla="*/ 635 w 3250"/>
                <a:gd name="T7" fmla="*/ 1020 h 2663"/>
                <a:gd name="T8" fmla="*/ 169 w 3250"/>
                <a:gd name="T9" fmla="*/ 1024 h 2663"/>
                <a:gd name="T10" fmla="*/ 110 w 3250"/>
                <a:gd name="T11" fmla="*/ 1243 h 2663"/>
                <a:gd name="T12" fmla="*/ 557 w 3250"/>
                <a:gd name="T13" fmla="*/ 1278 h 2663"/>
                <a:gd name="T14" fmla="*/ 557 w 3250"/>
                <a:gd name="T15" fmla="*/ 1322 h 2663"/>
                <a:gd name="T16" fmla="*/ 0 w 3250"/>
                <a:gd name="T17" fmla="*/ 1565 h 2663"/>
                <a:gd name="T18" fmla="*/ 94 w 3250"/>
                <a:gd name="T19" fmla="*/ 1800 h 2663"/>
                <a:gd name="T20" fmla="*/ 306 w 3250"/>
                <a:gd name="T21" fmla="*/ 1863 h 2663"/>
                <a:gd name="T22" fmla="*/ 310 w 3250"/>
                <a:gd name="T23" fmla="*/ 1863 h 2663"/>
                <a:gd name="T24" fmla="*/ 373 w 3250"/>
                <a:gd name="T25" fmla="*/ 1859 h 2663"/>
                <a:gd name="T26" fmla="*/ 600 w 3250"/>
                <a:gd name="T27" fmla="*/ 1765 h 2663"/>
                <a:gd name="T28" fmla="*/ 1262 w 3250"/>
                <a:gd name="T29" fmla="*/ 2502 h 2663"/>
                <a:gd name="T30" fmla="*/ 1321 w 3250"/>
                <a:gd name="T31" fmla="*/ 2533 h 2663"/>
                <a:gd name="T32" fmla="*/ 1917 w 3250"/>
                <a:gd name="T33" fmla="*/ 2663 h 2663"/>
                <a:gd name="T34" fmla="*/ 1937 w 3250"/>
                <a:gd name="T35" fmla="*/ 2663 h 2663"/>
                <a:gd name="T36" fmla="*/ 3144 w 3250"/>
                <a:gd name="T37" fmla="*/ 1851 h 2663"/>
                <a:gd name="T38" fmla="*/ 3250 w 3250"/>
                <a:gd name="T39" fmla="*/ 1388 h 2663"/>
                <a:gd name="T40" fmla="*/ 3250 w 3250"/>
                <a:gd name="T41" fmla="*/ 1384 h 2663"/>
                <a:gd name="T42" fmla="*/ 3250 w 3250"/>
                <a:gd name="T43" fmla="*/ 1326 h 2663"/>
                <a:gd name="T44" fmla="*/ 518 w 3250"/>
                <a:gd name="T45" fmla="*/ 1608 h 2663"/>
                <a:gd name="T46" fmla="*/ 302 w 3250"/>
                <a:gd name="T47" fmla="*/ 1643 h 2663"/>
                <a:gd name="T48" fmla="*/ 443 w 3250"/>
                <a:gd name="T49" fmla="*/ 1467 h 2663"/>
                <a:gd name="T50" fmla="*/ 518 w 3250"/>
                <a:gd name="T51" fmla="*/ 1608 h 2663"/>
                <a:gd name="T52" fmla="*/ 2897 w 3250"/>
                <a:gd name="T53" fmla="*/ 1823 h 2663"/>
                <a:gd name="T54" fmla="*/ 2886 w 3250"/>
                <a:gd name="T55" fmla="*/ 1843 h 2663"/>
                <a:gd name="T56" fmla="*/ 2858 w 3250"/>
                <a:gd name="T57" fmla="*/ 1894 h 2663"/>
                <a:gd name="T58" fmla="*/ 965 w 3250"/>
                <a:gd name="T59" fmla="*/ 1835 h 2663"/>
                <a:gd name="T60" fmla="*/ 1623 w 3250"/>
                <a:gd name="T61" fmla="*/ 1584 h 2663"/>
                <a:gd name="T62" fmla="*/ 1302 w 3250"/>
                <a:gd name="T63" fmla="*/ 1314 h 2663"/>
                <a:gd name="T64" fmla="*/ 1325 w 3250"/>
                <a:gd name="T65" fmla="*/ 1176 h 2663"/>
                <a:gd name="T66" fmla="*/ 1572 w 3250"/>
                <a:gd name="T67" fmla="*/ 1035 h 2663"/>
                <a:gd name="T68" fmla="*/ 1035 w 3250"/>
                <a:gd name="T69" fmla="*/ 1047 h 2663"/>
                <a:gd name="T70" fmla="*/ 1027 w 3250"/>
                <a:gd name="T71" fmla="*/ 1451 h 2663"/>
                <a:gd name="T72" fmla="*/ 1333 w 3250"/>
                <a:gd name="T73" fmla="*/ 1604 h 2663"/>
                <a:gd name="T74" fmla="*/ 1125 w 3250"/>
                <a:gd name="T75" fmla="*/ 1667 h 2663"/>
                <a:gd name="T76" fmla="*/ 819 w 3250"/>
                <a:gd name="T77" fmla="*/ 1224 h 2663"/>
                <a:gd name="T78" fmla="*/ 718 w 3250"/>
                <a:gd name="T79" fmla="*/ 1063 h 2663"/>
                <a:gd name="T80" fmla="*/ 678 w 3250"/>
                <a:gd name="T81" fmla="*/ 1035 h 2663"/>
                <a:gd name="T82" fmla="*/ 1823 w 3250"/>
                <a:gd name="T83" fmla="*/ 141 h 2663"/>
                <a:gd name="T84" fmla="*/ 2999 w 3250"/>
                <a:gd name="T85" fmla="*/ 1204 h 2663"/>
                <a:gd name="T86" fmla="*/ 3003 w 3250"/>
                <a:gd name="T87" fmla="*/ 1255 h 2663"/>
                <a:gd name="T88" fmla="*/ 3003 w 3250"/>
                <a:gd name="T89" fmla="*/ 1322 h 2663"/>
                <a:gd name="T90" fmla="*/ 3003 w 3250"/>
                <a:gd name="T91" fmla="*/ 1329 h 2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50" h="2663">
                  <a:moveTo>
                    <a:pt x="3250" y="1318"/>
                  </a:moveTo>
                  <a:cubicBezTo>
                    <a:pt x="3250" y="1302"/>
                    <a:pt x="3250" y="1290"/>
                    <a:pt x="3250" y="1275"/>
                  </a:cubicBezTo>
                  <a:cubicBezTo>
                    <a:pt x="3250" y="1263"/>
                    <a:pt x="3246" y="1251"/>
                    <a:pt x="3246" y="1239"/>
                  </a:cubicBezTo>
                  <a:cubicBezTo>
                    <a:pt x="3246" y="1231"/>
                    <a:pt x="3246" y="1224"/>
                    <a:pt x="3246" y="1216"/>
                  </a:cubicBezTo>
                  <a:cubicBezTo>
                    <a:pt x="3246" y="1208"/>
                    <a:pt x="3242" y="1196"/>
                    <a:pt x="3242" y="1184"/>
                  </a:cubicBezTo>
                  <a:cubicBezTo>
                    <a:pt x="3168" y="518"/>
                    <a:pt x="2607" y="0"/>
                    <a:pt x="1925" y="0"/>
                  </a:cubicBezTo>
                  <a:cubicBezTo>
                    <a:pt x="1302" y="0"/>
                    <a:pt x="776" y="435"/>
                    <a:pt x="635" y="1020"/>
                  </a:cubicBezTo>
                  <a:cubicBezTo>
                    <a:pt x="635" y="1020"/>
                    <a:pt x="635" y="1020"/>
                    <a:pt x="635" y="1020"/>
                  </a:cubicBezTo>
                  <a:cubicBezTo>
                    <a:pt x="580" y="996"/>
                    <a:pt x="514" y="984"/>
                    <a:pt x="435" y="984"/>
                  </a:cubicBezTo>
                  <a:cubicBezTo>
                    <a:pt x="337" y="984"/>
                    <a:pt x="251" y="996"/>
                    <a:pt x="169" y="1024"/>
                  </a:cubicBezTo>
                  <a:cubicBezTo>
                    <a:pt x="145" y="1027"/>
                    <a:pt x="126" y="1035"/>
                    <a:pt x="102" y="1047"/>
                  </a:cubicBezTo>
                  <a:lnTo>
                    <a:pt x="110" y="1243"/>
                  </a:lnTo>
                  <a:cubicBezTo>
                    <a:pt x="184" y="1200"/>
                    <a:pt x="271" y="1176"/>
                    <a:pt x="373" y="1176"/>
                  </a:cubicBezTo>
                  <a:cubicBezTo>
                    <a:pt x="478" y="1176"/>
                    <a:pt x="541" y="1212"/>
                    <a:pt x="557" y="1278"/>
                  </a:cubicBezTo>
                  <a:cubicBezTo>
                    <a:pt x="561" y="1294"/>
                    <a:pt x="565" y="1306"/>
                    <a:pt x="565" y="1326"/>
                  </a:cubicBezTo>
                  <a:cubicBezTo>
                    <a:pt x="561" y="1326"/>
                    <a:pt x="561" y="1326"/>
                    <a:pt x="557" y="1322"/>
                  </a:cubicBezTo>
                  <a:cubicBezTo>
                    <a:pt x="518" y="1318"/>
                    <a:pt x="475" y="1314"/>
                    <a:pt x="431" y="1314"/>
                  </a:cubicBezTo>
                  <a:cubicBezTo>
                    <a:pt x="161" y="1314"/>
                    <a:pt x="20" y="1396"/>
                    <a:pt x="0" y="1565"/>
                  </a:cubicBezTo>
                  <a:cubicBezTo>
                    <a:pt x="0" y="1576"/>
                    <a:pt x="0" y="1588"/>
                    <a:pt x="0" y="1600"/>
                  </a:cubicBezTo>
                  <a:cubicBezTo>
                    <a:pt x="0" y="1686"/>
                    <a:pt x="31" y="1753"/>
                    <a:pt x="94" y="1800"/>
                  </a:cubicBezTo>
                  <a:cubicBezTo>
                    <a:pt x="149" y="1843"/>
                    <a:pt x="220" y="1863"/>
                    <a:pt x="306" y="1863"/>
                  </a:cubicBezTo>
                  <a:lnTo>
                    <a:pt x="306" y="1863"/>
                  </a:lnTo>
                  <a:cubicBezTo>
                    <a:pt x="306" y="1863"/>
                    <a:pt x="306" y="1863"/>
                    <a:pt x="306" y="1863"/>
                  </a:cubicBezTo>
                  <a:cubicBezTo>
                    <a:pt x="310" y="1863"/>
                    <a:pt x="310" y="1863"/>
                    <a:pt x="310" y="1863"/>
                  </a:cubicBezTo>
                  <a:cubicBezTo>
                    <a:pt x="329" y="1863"/>
                    <a:pt x="345" y="1863"/>
                    <a:pt x="365" y="1859"/>
                  </a:cubicBezTo>
                  <a:cubicBezTo>
                    <a:pt x="365" y="1859"/>
                    <a:pt x="369" y="1859"/>
                    <a:pt x="373" y="1859"/>
                  </a:cubicBezTo>
                  <a:lnTo>
                    <a:pt x="373" y="1859"/>
                  </a:lnTo>
                  <a:cubicBezTo>
                    <a:pt x="506" y="1839"/>
                    <a:pt x="600" y="1765"/>
                    <a:pt x="600" y="1765"/>
                  </a:cubicBezTo>
                  <a:cubicBezTo>
                    <a:pt x="600" y="1765"/>
                    <a:pt x="772" y="2243"/>
                    <a:pt x="1259" y="2502"/>
                  </a:cubicBezTo>
                  <a:cubicBezTo>
                    <a:pt x="1259" y="2502"/>
                    <a:pt x="1262" y="2502"/>
                    <a:pt x="1262" y="2502"/>
                  </a:cubicBezTo>
                  <a:cubicBezTo>
                    <a:pt x="1278" y="2510"/>
                    <a:pt x="1290" y="2518"/>
                    <a:pt x="1306" y="2525"/>
                  </a:cubicBezTo>
                  <a:cubicBezTo>
                    <a:pt x="1310" y="2529"/>
                    <a:pt x="1317" y="2529"/>
                    <a:pt x="1321" y="2533"/>
                  </a:cubicBezTo>
                  <a:cubicBezTo>
                    <a:pt x="1329" y="2537"/>
                    <a:pt x="1337" y="2541"/>
                    <a:pt x="1345" y="2545"/>
                  </a:cubicBezTo>
                  <a:cubicBezTo>
                    <a:pt x="1521" y="2620"/>
                    <a:pt x="1713" y="2663"/>
                    <a:pt x="1917" y="2663"/>
                  </a:cubicBezTo>
                  <a:cubicBezTo>
                    <a:pt x="1921" y="2663"/>
                    <a:pt x="1925" y="2663"/>
                    <a:pt x="1933" y="2663"/>
                  </a:cubicBezTo>
                  <a:lnTo>
                    <a:pt x="1937" y="2663"/>
                  </a:lnTo>
                  <a:lnTo>
                    <a:pt x="1937" y="2663"/>
                  </a:lnTo>
                  <a:cubicBezTo>
                    <a:pt x="2494" y="2655"/>
                    <a:pt x="2944" y="2333"/>
                    <a:pt x="3144" y="1851"/>
                  </a:cubicBezTo>
                  <a:cubicBezTo>
                    <a:pt x="3164" y="1804"/>
                    <a:pt x="3180" y="1757"/>
                    <a:pt x="3195" y="1706"/>
                  </a:cubicBezTo>
                  <a:cubicBezTo>
                    <a:pt x="3227" y="1608"/>
                    <a:pt x="3242" y="1498"/>
                    <a:pt x="3250" y="1388"/>
                  </a:cubicBezTo>
                  <a:cubicBezTo>
                    <a:pt x="3250" y="1388"/>
                    <a:pt x="3250" y="1388"/>
                    <a:pt x="3250" y="1388"/>
                  </a:cubicBezTo>
                  <a:cubicBezTo>
                    <a:pt x="3250" y="1388"/>
                    <a:pt x="3250" y="1388"/>
                    <a:pt x="3250" y="1384"/>
                  </a:cubicBezTo>
                  <a:lnTo>
                    <a:pt x="3250" y="1384"/>
                  </a:lnTo>
                  <a:cubicBezTo>
                    <a:pt x="3250" y="1365"/>
                    <a:pt x="3250" y="1345"/>
                    <a:pt x="3250" y="1326"/>
                  </a:cubicBezTo>
                  <a:cubicBezTo>
                    <a:pt x="3250" y="1322"/>
                    <a:pt x="3250" y="1318"/>
                    <a:pt x="3250" y="1318"/>
                  </a:cubicBezTo>
                  <a:close/>
                  <a:moveTo>
                    <a:pt x="518" y="1608"/>
                  </a:moveTo>
                  <a:cubicBezTo>
                    <a:pt x="482" y="1647"/>
                    <a:pt x="439" y="1671"/>
                    <a:pt x="388" y="1671"/>
                  </a:cubicBezTo>
                  <a:cubicBezTo>
                    <a:pt x="353" y="1671"/>
                    <a:pt x="326" y="1663"/>
                    <a:pt x="302" y="1643"/>
                  </a:cubicBezTo>
                  <a:cubicBezTo>
                    <a:pt x="278" y="1627"/>
                    <a:pt x="267" y="1608"/>
                    <a:pt x="267" y="1576"/>
                  </a:cubicBezTo>
                  <a:cubicBezTo>
                    <a:pt x="267" y="1506"/>
                    <a:pt x="326" y="1467"/>
                    <a:pt x="443" y="1467"/>
                  </a:cubicBezTo>
                  <a:cubicBezTo>
                    <a:pt x="451" y="1467"/>
                    <a:pt x="490" y="1471"/>
                    <a:pt x="565" y="1475"/>
                  </a:cubicBezTo>
                  <a:cubicBezTo>
                    <a:pt x="565" y="1525"/>
                    <a:pt x="549" y="1569"/>
                    <a:pt x="518" y="1608"/>
                  </a:cubicBezTo>
                  <a:close/>
                  <a:moveTo>
                    <a:pt x="3003" y="1329"/>
                  </a:moveTo>
                  <a:cubicBezTo>
                    <a:pt x="3003" y="1506"/>
                    <a:pt x="2968" y="1674"/>
                    <a:pt x="2897" y="1823"/>
                  </a:cubicBezTo>
                  <a:cubicBezTo>
                    <a:pt x="2897" y="1827"/>
                    <a:pt x="2893" y="1831"/>
                    <a:pt x="2893" y="1835"/>
                  </a:cubicBezTo>
                  <a:cubicBezTo>
                    <a:pt x="2889" y="1839"/>
                    <a:pt x="2889" y="1843"/>
                    <a:pt x="2886" y="1843"/>
                  </a:cubicBezTo>
                  <a:cubicBezTo>
                    <a:pt x="2878" y="1859"/>
                    <a:pt x="2870" y="1871"/>
                    <a:pt x="2862" y="1886"/>
                  </a:cubicBezTo>
                  <a:cubicBezTo>
                    <a:pt x="2862" y="1886"/>
                    <a:pt x="2862" y="1890"/>
                    <a:pt x="2858" y="1894"/>
                  </a:cubicBezTo>
                  <a:cubicBezTo>
                    <a:pt x="2666" y="2204"/>
                    <a:pt x="2321" y="2416"/>
                    <a:pt x="1929" y="2416"/>
                  </a:cubicBezTo>
                  <a:cubicBezTo>
                    <a:pt x="1509" y="2416"/>
                    <a:pt x="1149" y="2180"/>
                    <a:pt x="965" y="1835"/>
                  </a:cubicBezTo>
                  <a:cubicBezTo>
                    <a:pt x="1039" y="1855"/>
                    <a:pt x="1129" y="1863"/>
                    <a:pt x="1231" y="1863"/>
                  </a:cubicBezTo>
                  <a:cubicBezTo>
                    <a:pt x="1490" y="1863"/>
                    <a:pt x="1623" y="1769"/>
                    <a:pt x="1623" y="1584"/>
                  </a:cubicBezTo>
                  <a:cubicBezTo>
                    <a:pt x="1623" y="1490"/>
                    <a:pt x="1584" y="1424"/>
                    <a:pt x="1509" y="1380"/>
                  </a:cubicBezTo>
                  <a:cubicBezTo>
                    <a:pt x="1478" y="1361"/>
                    <a:pt x="1411" y="1341"/>
                    <a:pt x="1302" y="1314"/>
                  </a:cubicBezTo>
                  <a:cubicBezTo>
                    <a:pt x="1227" y="1294"/>
                    <a:pt x="1192" y="1267"/>
                    <a:pt x="1192" y="1235"/>
                  </a:cubicBezTo>
                  <a:cubicBezTo>
                    <a:pt x="1192" y="1196"/>
                    <a:pt x="1235" y="1176"/>
                    <a:pt x="1325" y="1176"/>
                  </a:cubicBezTo>
                  <a:cubicBezTo>
                    <a:pt x="1411" y="1176"/>
                    <a:pt x="1486" y="1196"/>
                    <a:pt x="1549" y="1235"/>
                  </a:cubicBezTo>
                  <a:lnTo>
                    <a:pt x="1572" y="1035"/>
                  </a:lnTo>
                  <a:cubicBezTo>
                    <a:pt x="1490" y="1000"/>
                    <a:pt x="1392" y="984"/>
                    <a:pt x="1278" y="984"/>
                  </a:cubicBezTo>
                  <a:cubicBezTo>
                    <a:pt x="1184" y="984"/>
                    <a:pt x="1102" y="1008"/>
                    <a:pt x="1035" y="1047"/>
                  </a:cubicBezTo>
                  <a:cubicBezTo>
                    <a:pt x="961" y="1098"/>
                    <a:pt x="921" y="1169"/>
                    <a:pt x="921" y="1259"/>
                  </a:cubicBezTo>
                  <a:cubicBezTo>
                    <a:pt x="921" y="1345"/>
                    <a:pt x="957" y="1408"/>
                    <a:pt x="1027" y="1451"/>
                  </a:cubicBezTo>
                  <a:cubicBezTo>
                    <a:pt x="1051" y="1467"/>
                    <a:pt x="1117" y="1486"/>
                    <a:pt x="1227" y="1518"/>
                  </a:cubicBezTo>
                  <a:cubicBezTo>
                    <a:pt x="1298" y="1537"/>
                    <a:pt x="1333" y="1569"/>
                    <a:pt x="1333" y="1604"/>
                  </a:cubicBezTo>
                  <a:cubicBezTo>
                    <a:pt x="1333" y="1651"/>
                    <a:pt x="1294" y="1671"/>
                    <a:pt x="1215" y="1671"/>
                  </a:cubicBezTo>
                  <a:cubicBezTo>
                    <a:pt x="1188" y="1671"/>
                    <a:pt x="1157" y="1671"/>
                    <a:pt x="1125" y="1667"/>
                  </a:cubicBezTo>
                  <a:cubicBezTo>
                    <a:pt x="1027" y="1659"/>
                    <a:pt x="945" y="1600"/>
                    <a:pt x="898" y="1518"/>
                  </a:cubicBezTo>
                  <a:cubicBezTo>
                    <a:pt x="847" y="1427"/>
                    <a:pt x="843" y="1322"/>
                    <a:pt x="819" y="1224"/>
                  </a:cubicBezTo>
                  <a:cubicBezTo>
                    <a:pt x="812" y="1188"/>
                    <a:pt x="800" y="1153"/>
                    <a:pt x="780" y="1126"/>
                  </a:cubicBezTo>
                  <a:cubicBezTo>
                    <a:pt x="761" y="1102"/>
                    <a:pt x="741" y="1082"/>
                    <a:pt x="718" y="1063"/>
                  </a:cubicBezTo>
                  <a:cubicBezTo>
                    <a:pt x="706" y="1055"/>
                    <a:pt x="694" y="1047"/>
                    <a:pt x="678" y="1039"/>
                  </a:cubicBezTo>
                  <a:cubicBezTo>
                    <a:pt x="678" y="1039"/>
                    <a:pt x="678" y="1039"/>
                    <a:pt x="678" y="1035"/>
                  </a:cubicBezTo>
                  <a:cubicBezTo>
                    <a:pt x="800" y="557"/>
                    <a:pt x="1215" y="192"/>
                    <a:pt x="1721" y="149"/>
                  </a:cubicBezTo>
                  <a:cubicBezTo>
                    <a:pt x="1753" y="145"/>
                    <a:pt x="1788" y="141"/>
                    <a:pt x="1823" y="141"/>
                  </a:cubicBezTo>
                  <a:cubicBezTo>
                    <a:pt x="2431" y="141"/>
                    <a:pt x="2929" y="604"/>
                    <a:pt x="2995" y="1196"/>
                  </a:cubicBezTo>
                  <a:cubicBezTo>
                    <a:pt x="2995" y="1196"/>
                    <a:pt x="2995" y="1200"/>
                    <a:pt x="2999" y="1204"/>
                  </a:cubicBezTo>
                  <a:cubicBezTo>
                    <a:pt x="2999" y="1212"/>
                    <a:pt x="2999" y="1220"/>
                    <a:pt x="2999" y="1231"/>
                  </a:cubicBezTo>
                  <a:cubicBezTo>
                    <a:pt x="2999" y="1239"/>
                    <a:pt x="3003" y="1247"/>
                    <a:pt x="3003" y="1255"/>
                  </a:cubicBezTo>
                  <a:cubicBezTo>
                    <a:pt x="3003" y="1259"/>
                    <a:pt x="3003" y="1263"/>
                    <a:pt x="3003" y="1267"/>
                  </a:cubicBezTo>
                  <a:cubicBezTo>
                    <a:pt x="3003" y="1286"/>
                    <a:pt x="3003" y="1306"/>
                    <a:pt x="3003" y="1322"/>
                  </a:cubicBezTo>
                  <a:cubicBezTo>
                    <a:pt x="3003" y="1326"/>
                    <a:pt x="3003" y="1326"/>
                    <a:pt x="3003" y="1326"/>
                  </a:cubicBezTo>
                  <a:cubicBezTo>
                    <a:pt x="3003" y="1329"/>
                    <a:pt x="3003" y="1329"/>
                    <a:pt x="3003" y="1329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808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11560" y="2348880"/>
            <a:ext cx="7992888" cy="1152128"/>
          </a:xfrm>
          <a:prstGeom prst="rect">
            <a:avLst/>
          </a:prstGeom>
          <a:solidFill>
            <a:srgbClr val="009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0B3A68B-1BF6-4072-B849-5CA02F099556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1600" y="2420888"/>
            <a:ext cx="7200800" cy="1008112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251520" y="5642198"/>
            <a:ext cx="8640960" cy="0"/>
          </a:xfrm>
          <a:prstGeom prst="line">
            <a:avLst/>
          </a:prstGeom>
          <a:ln w="3556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0" y="0"/>
            <a:ext cx="9144000" cy="1412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251520" y="493817"/>
            <a:ext cx="8640960" cy="0"/>
          </a:xfrm>
          <a:prstGeom prst="line">
            <a:avLst/>
          </a:prstGeom>
          <a:ln w="60325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679" y="5877272"/>
            <a:ext cx="1447801" cy="65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2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95536" y="571723"/>
            <a:ext cx="7560840" cy="43616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352928" cy="4968552"/>
          </a:xfrm>
        </p:spPr>
        <p:txBody>
          <a:bodyPr/>
          <a:lstStyle>
            <a:lvl1pPr marL="180975" indent="-180975">
              <a:defRPr sz="2000"/>
            </a:lvl1pPr>
            <a:lvl2pPr marL="361950" indent="-168275">
              <a:defRPr/>
            </a:lvl2pPr>
            <a:lvl3pPr marL="533400" indent="-163513">
              <a:defRPr/>
            </a:lvl3pPr>
            <a:lvl4pPr marL="715963" indent="-149225">
              <a:defRPr/>
            </a:lvl4pPr>
            <a:lvl5pPr marL="987425" indent="-144463"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96F36-63DA-412C-91A5-6D523658076D}" type="datetime1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07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emf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51520" y="556300"/>
            <a:ext cx="864096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251520" y="5733256"/>
            <a:ext cx="8640960" cy="0"/>
          </a:xfrm>
          <a:prstGeom prst="line">
            <a:avLst/>
          </a:prstGeom>
          <a:ln w="3556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개체 틀 1" title="문서의 제목을 입력하세요."/>
          <p:cNvSpPr>
            <a:spLocks noGrp="1"/>
          </p:cNvSpPr>
          <p:nvPr>
            <p:ph type="title"/>
          </p:nvPr>
        </p:nvSpPr>
        <p:spPr>
          <a:xfrm>
            <a:off x="395536" y="950862"/>
            <a:ext cx="8352928" cy="1614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5536" y="2756521"/>
            <a:ext cx="8352928" cy="2885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AF9D618C-6320-4492-8B8D-3FC724BAB3C5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144000" y="6596390"/>
            <a:ext cx="1476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j-lt"/>
                <a:ea typeface="맑은 고딕" pitchFamily="50" charset="-127"/>
              </a:rPr>
              <a:t>전사공통</a:t>
            </a:r>
            <a:r>
              <a:rPr lang="en-US" altLang="ko-KR" sz="1100" dirty="0">
                <a:latin typeface="+mj-lt"/>
                <a:ea typeface="맑은 고딕" pitchFamily="50" charset="-127"/>
              </a:rPr>
              <a:t>-0002(1)A4</a:t>
            </a:r>
            <a:endParaRPr lang="ko-KR" altLang="en-US" sz="1100" dirty="0">
              <a:latin typeface="+mj-lt"/>
              <a:ea typeface="맑은 고딕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679" y="5877272"/>
            <a:ext cx="1447801" cy="65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1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200" b="1" kern="1200" dirty="0">
          <a:solidFill>
            <a:schemeClr val="tx1">
              <a:lumMod val="75000"/>
              <a:lumOff val="25000"/>
            </a:schemeClr>
          </a:solidFill>
          <a:latin typeface="+mj-lt"/>
          <a:ea typeface="맑은 고딕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lang="ko-KR" altLang="en-US" sz="1900" kern="1200" dirty="0" smtClean="0">
          <a:solidFill>
            <a:schemeClr val="tx1">
              <a:lumMod val="65000"/>
              <a:lumOff val="35000"/>
            </a:schemeClr>
          </a:solidFill>
          <a:latin typeface="+mj-lt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/>
        </p:nvCxnSpPr>
        <p:spPr>
          <a:xfrm>
            <a:off x="251520" y="556300"/>
            <a:ext cx="864096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251520" y="5733256"/>
            <a:ext cx="8640960" cy="0"/>
          </a:xfrm>
          <a:prstGeom prst="line">
            <a:avLst/>
          </a:prstGeom>
          <a:ln w="3556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개체 틀 1" title="문서의 제목을 입력하세요."/>
          <p:cNvSpPr>
            <a:spLocks noGrp="1"/>
          </p:cNvSpPr>
          <p:nvPr>
            <p:ph type="title"/>
          </p:nvPr>
        </p:nvSpPr>
        <p:spPr>
          <a:xfrm>
            <a:off x="395536" y="950862"/>
            <a:ext cx="8352928" cy="16140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5536" y="2756521"/>
            <a:ext cx="8352928" cy="28856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AF9D618C-6320-4492-8B8D-3FC724BAB3C5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0" y="6596390"/>
            <a:ext cx="1476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j-lt"/>
                <a:ea typeface="맑은 고딕" pitchFamily="50" charset="-127"/>
              </a:rPr>
              <a:t>전사공통</a:t>
            </a:r>
            <a:r>
              <a:rPr lang="en-US" altLang="ko-KR" sz="1100" dirty="0">
                <a:latin typeface="+mj-lt"/>
                <a:ea typeface="맑은 고딕" pitchFamily="50" charset="-127"/>
              </a:rPr>
              <a:t>-0002(1)A4</a:t>
            </a:r>
            <a:endParaRPr lang="ko-KR" altLang="en-US" sz="1100" dirty="0">
              <a:latin typeface="+mj-lt"/>
              <a:ea typeface="맑은 고딕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679" y="5877272"/>
            <a:ext cx="1447801" cy="656590"/>
          </a:xfrm>
          <a:prstGeom prst="rect">
            <a:avLst/>
          </a:prstGeom>
        </p:spPr>
      </p:pic>
      <p:cxnSp>
        <p:nvCxnSpPr>
          <p:cNvPr id="12" name="직선 연결선 11"/>
          <p:cNvCxnSpPr/>
          <p:nvPr userDrawn="1"/>
        </p:nvCxnSpPr>
        <p:spPr>
          <a:xfrm>
            <a:off x="251520" y="556300"/>
            <a:ext cx="8640960" cy="0"/>
          </a:xfrm>
          <a:prstGeom prst="line">
            <a:avLst/>
          </a:prstGeom>
          <a:ln w="18415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51520" y="5733256"/>
            <a:ext cx="8640960" cy="0"/>
          </a:xfrm>
          <a:prstGeom prst="line">
            <a:avLst/>
          </a:prstGeom>
          <a:ln w="3556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 userDrawn="1"/>
        </p:nvSpPr>
        <p:spPr>
          <a:xfrm>
            <a:off x="9144000" y="6596390"/>
            <a:ext cx="1476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j-lt"/>
                <a:ea typeface="맑은 고딕" pitchFamily="50" charset="-127"/>
              </a:rPr>
              <a:t>전사공통</a:t>
            </a:r>
            <a:r>
              <a:rPr lang="en-US" altLang="ko-KR" sz="1100" dirty="0">
                <a:latin typeface="+mj-lt"/>
                <a:ea typeface="맑은 고딕" pitchFamily="50" charset="-127"/>
              </a:rPr>
              <a:t>-0002(1)A4</a:t>
            </a:r>
            <a:endParaRPr lang="ko-KR" altLang="en-US" sz="1100" dirty="0">
              <a:latin typeface="+mj-lt"/>
              <a:ea typeface="맑은 고딕" pitchFamily="50" charset="-127"/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679" y="5877272"/>
            <a:ext cx="1447801" cy="65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16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lang="ko-KR" altLang="en-US" sz="3200" b="1" kern="1200" dirty="0">
          <a:solidFill>
            <a:schemeClr val="tx1">
              <a:lumMod val="75000"/>
              <a:lumOff val="25000"/>
            </a:schemeClr>
          </a:solidFill>
          <a:latin typeface="+mj-lt"/>
          <a:ea typeface="맑은 고딕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lang="ko-KR" altLang="en-US" sz="1900" kern="1200" dirty="0" smtClean="0">
          <a:solidFill>
            <a:schemeClr val="tx1">
              <a:lumMod val="65000"/>
              <a:lumOff val="35000"/>
            </a:schemeClr>
          </a:solidFill>
          <a:latin typeface="+mj-lt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/>
        </p:nvCxnSpPr>
        <p:spPr>
          <a:xfrm>
            <a:off x="251520" y="1060356"/>
            <a:ext cx="8640960" cy="0"/>
          </a:xfrm>
          <a:prstGeom prst="line">
            <a:avLst/>
          </a:prstGeom>
          <a:ln w="2413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95536" y="571723"/>
            <a:ext cx="7453063" cy="4361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5536" y="1268760"/>
            <a:ext cx="835292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fld id="{361F042C-451D-4734-AD95-B4DDCA60F8A2}" type="datetime1">
              <a:rPr lang="ko-KR" altLang="en-US" smtClean="0"/>
              <a:pPr/>
              <a:t>2026-10-20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99688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j-lt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491880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j-lt"/>
                <a:ea typeface="맑은 고딕" pitchFamily="50" charset="-127"/>
              </a:defRPr>
            </a:lvl1pPr>
          </a:lstStyle>
          <a:p>
            <a:fld id="{FE7C9E9A-0ABE-4652-A8F7-174702F4A4F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144000" y="6596390"/>
            <a:ext cx="14766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j-lt"/>
                <a:ea typeface="맑은 고딕" pitchFamily="50" charset="-127"/>
              </a:rPr>
              <a:t>전사공통</a:t>
            </a:r>
            <a:r>
              <a:rPr lang="en-US" altLang="ko-KR" sz="1100" dirty="0">
                <a:latin typeface="+mj-lt"/>
                <a:ea typeface="맑은 고딕" pitchFamily="50" charset="-127"/>
              </a:rPr>
              <a:t>-0002(1)A4</a:t>
            </a:r>
            <a:endParaRPr lang="ko-KR" altLang="en-US" sz="1100" dirty="0">
              <a:latin typeface="+mj-lt"/>
              <a:ea typeface="맑은 고딕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51520" y="493817"/>
            <a:ext cx="8640960" cy="0"/>
          </a:xfrm>
          <a:prstGeom prst="line">
            <a:avLst/>
          </a:prstGeom>
          <a:ln w="58420">
            <a:solidFill>
              <a:srgbClr val="009B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441" y="603391"/>
            <a:ext cx="832039" cy="37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7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600" b="1" kern="1200">
          <a:solidFill>
            <a:schemeClr val="tx1"/>
          </a:solidFill>
          <a:latin typeface="+mj-lt"/>
          <a:ea typeface="맑은 고딕" pitchFamily="50" charset="-127"/>
          <a:cs typeface="+mj-cs"/>
        </a:defRPr>
      </a:lvl1pPr>
    </p:titleStyle>
    <p:bodyStyle>
      <a:lvl1pPr marL="173038" indent="-173038" algn="l" defTabSz="914400" rtl="0" eaLnBrk="1" latinLnBrk="1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j-lt"/>
          <a:ea typeface="맑은 고딕" pitchFamily="50" charset="-127"/>
          <a:cs typeface="+mn-cs"/>
        </a:defRPr>
      </a:lvl1pPr>
      <a:lvl2pPr marL="266700" indent="-93663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맑은 고딕" pitchFamily="50" charset="-127"/>
          <a:cs typeface="+mn-cs"/>
        </a:defRPr>
      </a:lvl2pPr>
      <a:lvl3pPr marL="625475" indent="-1397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맑은 고딕" pitchFamily="50" charset="-127"/>
          <a:cs typeface="+mn-cs"/>
        </a:defRPr>
      </a:lvl3pPr>
      <a:lvl4pPr marL="809625" indent="-144463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j-lt"/>
          <a:ea typeface="맑은 고딕" pitchFamily="50" charset="-127"/>
          <a:cs typeface="+mn-cs"/>
        </a:defRPr>
      </a:lvl4pPr>
      <a:lvl5pPr marL="984250" indent="-1397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j-lt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-1332656" y="0"/>
            <a:ext cx="1008112" cy="260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520" y="692696"/>
            <a:ext cx="3888432" cy="32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itchFamily="34" charset="0"/>
                <a:ea typeface="맑은 고딕" panose="020B0503020000020004" pitchFamily="50" charset="-127"/>
                <a:cs typeface="Tahoma" pitchFamily="34" charset="0"/>
                <a:sym typeface="Wingdings" pitchFamily="2" charset="2"/>
              </a:rPr>
              <a:t>6.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itchFamily="34" charset="0"/>
                <a:ea typeface="맑은 고딕" panose="020B0503020000020004" pitchFamily="50" charset="-127"/>
                <a:cs typeface="Tahoma" pitchFamily="34" charset="0"/>
                <a:sym typeface="Wingdings" pitchFamily="2" charset="2"/>
              </a:rPr>
              <a:t>영남지사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itchFamily="34" charset="0"/>
                <a:ea typeface="맑은 고딕" panose="020B0503020000020004" pitchFamily="50" charset="-127"/>
                <a:cs typeface="Tahoma" pitchFamily="34" charset="0"/>
                <a:sym typeface="Wingdings" pitchFamily="2" charset="2"/>
              </a:rPr>
              <a:t> </a:t>
            </a:r>
            <a:endParaRPr kumimoji="0" lang="ko-KR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ahoma" pitchFamily="34" charset="0"/>
              <a:ea typeface="굴림체" pitchFamily="49" charset="-127"/>
              <a:cs typeface="Tahoma" pitchFamily="34" charset="0"/>
              <a:sym typeface="Wingdings" pitchFamily="2" charset="2"/>
            </a:endParaRPr>
          </a:p>
        </p:txBody>
      </p:sp>
      <p:sp>
        <p:nvSpPr>
          <p:cNvPr id="9" name="슬라이드 번호 개체 틀 3"/>
          <p:cNvSpPr txBox="1">
            <a:spLocks/>
          </p:cNvSpPr>
          <p:nvPr/>
        </p:nvSpPr>
        <p:spPr>
          <a:xfrm>
            <a:off x="7046912" y="652534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/>
                </a:solidFill>
                <a:latin typeface="+mj-lt"/>
                <a:ea typeface="맑은 고딕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itchFamily="50" charset="-127"/>
              <a:cs typeface="+mn-cs"/>
            </a:endParaRPr>
          </a:p>
        </p:txBody>
      </p:sp>
      <p:sp>
        <p:nvSpPr>
          <p:cNvPr id="13" name="TextBox 51"/>
          <p:cNvSpPr txBox="1">
            <a:spLocks noChangeArrowheads="1"/>
          </p:cNvSpPr>
          <p:nvPr/>
        </p:nvSpPr>
        <p:spPr bwMode="auto">
          <a:xfrm>
            <a:off x="6588224" y="1090290"/>
            <a:ext cx="86409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단위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천톤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, %)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00472" y="1052736"/>
            <a:ext cx="1419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*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판매계획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579654"/>
              </p:ext>
            </p:extLst>
          </p:nvPr>
        </p:nvGraphicFramePr>
        <p:xfrm>
          <a:off x="245442" y="1766627"/>
          <a:ext cx="8764016" cy="50780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3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741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itchFamily="50" charset="-127"/>
                          <a:ea typeface="맑은 고딕" pitchFamily="50" charset="-127"/>
                        </a:rPr>
                        <a:t>This Week 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6" marR="91416" marT="45727" marB="45727"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itchFamily="50" charset="-127"/>
                          <a:ea typeface="맑은 고딕" pitchFamily="50" charset="-127"/>
                        </a:rPr>
                        <a:t>Next Week</a:t>
                      </a:r>
                    </a:p>
                  </a:txBody>
                  <a:tcPr marL="0" marR="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6" marR="91416" marT="45727" marB="4572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360">
                <a:tc>
                  <a:txBody>
                    <a:bodyPr/>
                    <a:lstStyle/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현황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&amp;</a:t>
                      </a: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영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활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91416" marR="91416" marT="45727" marB="4572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계획</a:t>
                      </a: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en-US" altLang="ko-KR" sz="1000" b="1" dirty="0">
                          <a:latin typeface="맑은 고딕" pitchFamily="50" charset="-127"/>
                          <a:ea typeface="맑은 고딕" pitchFamily="50" charset="-127"/>
                        </a:rPr>
                        <a:t>&amp;</a:t>
                      </a: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영</a:t>
                      </a: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업</a:t>
                      </a: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활</a:t>
                      </a: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latin typeface="맑은 고딕" pitchFamily="50" charset="-127"/>
                          <a:ea typeface="맑은 고딕" pitchFamily="50" charset="-127"/>
                        </a:rPr>
                        <a:t>동 </a:t>
                      </a:r>
                      <a:endParaRPr lang="en-US" altLang="ko-KR" sz="10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91444" marR="91444" marT="45727" marB="4572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482"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기타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91416" marR="91416" marT="45727" marB="45727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</a:t>
                      </a:r>
                      <a:endParaRPr lang="en-US" altLang="ko-KR" sz="1000" b="1" i="0" kern="12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algn="ctr" latinLnBrk="1">
                        <a:buFontTx/>
                        <a:buNone/>
                      </a:pPr>
                      <a:r>
                        <a:rPr lang="ko-KR" altLang="en-US" sz="1000" b="1" i="0" kern="12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타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marL="91416" marR="91416" marT="45727" marB="45727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903738"/>
              </p:ext>
            </p:extLst>
          </p:nvPr>
        </p:nvGraphicFramePr>
        <p:xfrm>
          <a:off x="251520" y="1298144"/>
          <a:ext cx="7129464" cy="394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2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2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2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24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월</a:t>
                      </a: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전년실적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사업계획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MI </a:t>
                      </a: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vs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전년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(%)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vs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계획</a:t>
                      </a:r>
                      <a:r>
                        <a:rPr lang="en-US" altLang="ko-KR" sz="1000" b="0" i="0" u="none" strike="noStrike" baseline="0" dirty="0">
                          <a:solidFill>
                            <a:srgbClr val="000000"/>
                          </a:solidFill>
                          <a:latin typeface="+mn-lt"/>
                        </a:rPr>
                        <a:t>(%)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24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10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월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9526" marR="9526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</a:p>
                  </a:txBody>
                  <a:tcPr marL="8793" marR="8793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lt"/>
                        </a:rPr>
                        <a:t>0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8793" marR="8793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8793" marR="8793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0%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793" marR="8793" marT="95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95424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테마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테마1" id="{B621611E-A36A-4988-AEE0-8F2ACAE6B406}" vid="{9CC681C6-DE16-4DEF-865D-F9735FC17605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4179</TotalTime>
  <Words>614</Words>
  <Application>Microsoft Office PowerPoint</Application>
  <PresentationFormat>화면 슬라이드 쇼(4:3)</PresentationFormat>
  <Paragraphs>84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굴림체</vt:lpstr>
      <vt:lpstr>나눔바른고딕</vt:lpstr>
      <vt:lpstr>맑은 고딕</vt:lpstr>
      <vt:lpstr>Arial</vt:lpstr>
      <vt:lpstr>Tahoma</vt:lpstr>
      <vt:lpstr>Wingdings</vt:lpstr>
      <vt:lpstr>디자인 사용자 지정</vt:lpstr>
      <vt:lpstr>테마1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/>
  <cp:revision>561</cp:revision>
  <cp:lastPrinted>2026-10-13T05:14:05Z</cp:lastPrinted>
  <dcterms:created xsi:type="dcterms:W3CDTF">2016-05-09T01:10:48Z</dcterms:created>
  <dcterms:modified xsi:type="dcterms:W3CDTF">2026-10-20T06:46:02Z</dcterms:modified>
</cp:coreProperties>
</file>